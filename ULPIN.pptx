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A3D"/>
    <a:srgbClr val="0070C0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ULPIN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161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–SIH26011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Title-3D ULPIN Generation and Vertical Property Mapping System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" y="-122732"/>
            <a:ext cx="11164706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3D ULPIN GENERATOR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381534" y="6410261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3D ULPIN GENERATOR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921096-388B-AB7D-30DC-8D113C9BC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8094" y="2622296"/>
            <a:ext cx="2468880" cy="3337560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E43C4F22-FC0A-F6BC-7102-A6DC6056C03B}"/>
              </a:ext>
            </a:extLst>
          </p:cNvPr>
          <p:cNvSpPr/>
          <p:nvPr/>
        </p:nvSpPr>
        <p:spPr>
          <a:xfrm>
            <a:off x="4562325" y="804672"/>
            <a:ext cx="1569651" cy="202082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Parcel Id for this 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Building will be same for all same even thought it can be owned by different individuals</a:t>
            </a:r>
            <a:endParaRPr lang="en-IN" sz="900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22747D-1B7B-2A36-971C-A74B37F36D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7733" y="1644257"/>
            <a:ext cx="5301461" cy="43364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6D8BF3D-0338-323B-D4C5-B5F4A04502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827" y="1644257"/>
            <a:ext cx="4349005" cy="44836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3D ULPIN GENERATOR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FE1E36-5EF6-2102-D57F-04B874B7F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522" y="1260752"/>
            <a:ext cx="4048878" cy="235451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047D866-42C7-7710-772C-C31EF34EB28F}"/>
              </a:ext>
            </a:extLst>
          </p:cNvPr>
          <p:cNvSpPr/>
          <p:nvPr/>
        </p:nvSpPr>
        <p:spPr>
          <a:xfrm>
            <a:off x="329773" y="1223410"/>
            <a:ext cx="3318933" cy="660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Workflow</a:t>
            </a:r>
            <a:endParaRPr lang="en-IN" sz="4400" dirty="0">
              <a:solidFill>
                <a:schemeClr val="tx1"/>
              </a:solidFill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B6A7C200-DC21-6E64-2098-5C633B560F4A}"/>
              </a:ext>
            </a:extLst>
          </p:cNvPr>
          <p:cNvSpPr/>
          <p:nvPr/>
        </p:nvSpPr>
        <p:spPr>
          <a:xfrm>
            <a:off x="1718305" y="1883809"/>
            <a:ext cx="541867" cy="75197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A7D225-E456-A8A2-32D5-04B2F9470B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" y="2704041"/>
            <a:ext cx="6028267" cy="358246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61C6740-FE98-A20A-6A52-4A765AFEE6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5670" y="3979333"/>
            <a:ext cx="3358361" cy="2238907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896AFB0-97B1-7B08-F016-7F3B3F7B0617}"/>
              </a:ext>
            </a:extLst>
          </p:cNvPr>
          <p:cNvCxnSpPr/>
          <p:nvPr/>
        </p:nvCxnSpPr>
        <p:spPr>
          <a:xfrm flipV="1">
            <a:off x="6155267" y="2760133"/>
            <a:ext cx="1176866" cy="855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8BD3341-4DA6-B8E8-967F-2E06149F6D04}"/>
              </a:ext>
            </a:extLst>
          </p:cNvPr>
          <p:cNvCxnSpPr/>
          <p:nvPr/>
        </p:nvCxnSpPr>
        <p:spPr>
          <a:xfrm>
            <a:off x="6095999" y="4800600"/>
            <a:ext cx="1828801" cy="50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</a:rPr>
              <a:t>3D ULPIN GENERATOR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5D348E-68E5-0834-F13C-FFF2B6E79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525" y="1054548"/>
            <a:ext cx="6919326" cy="537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3D ULPIN GENERATOR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CF0F25-7557-F4DD-822B-6CD972586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2198" y="452323"/>
            <a:ext cx="6187440" cy="35833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427BC0-D0E0-64C9-59CC-9FA5F11770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535" y="655914"/>
            <a:ext cx="5496906" cy="346735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221B60-824D-E333-1670-CAA355E97A75}"/>
              </a:ext>
            </a:extLst>
          </p:cNvPr>
          <p:cNvSpPr/>
          <p:nvPr/>
        </p:nvSpPr>
        <p:spPr>
          <a:xfrm>
            <a:off x="329773" y="4123268"/>
            <a:ext cx="2887560" cy="6265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/>
              <a:t>Benifits</a:t>
            </a:r>
            <a:endParaRPr lang="en-IN" sz="2800" dirty="0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595064F9-1249-DC1B-142F-3D664D17CCC4}"/>
              </a:ext>
            </a:extLst>
          </p:cNvPr>
          <p:cNvCxnSpPr/>
          <p:nvPr/>
        </p:nvCxnSpPr>
        <p:spPr>
          <a:xfrm>
            <a:off x="3361267" y="4436533"/>
            <a:ext cx="1202266" cy="39793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C8F1B7E-AFAC-076D-CC88-383708CC9F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4197020"/>
            <a:ext cx="5557307" cy="208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7879</TotalTime>
  <Words>114</Words>
  <Application>Microsoft Office PowerPoint</Application>
  <PresentationFormat>Widescreen</PresentationFormat>
  <Paragraphs>39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3D ULPIN GENERATOR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ARNAV ARYA</cp:lastModifiedBy>
  <cp:revision>151</cp:revision>
  <dcterms:created xsi:type="dcterms:W3CDTF">2013-12-12T18:46:50Z</dcterms:created>
  <dcterms:modified xsi:type="dcterms:W3CDTF">2026-09-10T15:51:11Z</dcterms:modified>
  <cp:category/>
</cp:coreProperties>
</file>